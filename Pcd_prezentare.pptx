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Proiect PCD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Document Contour &amp; Perspective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65760" y="2194560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65760" y="23774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Procesare imagini cu OpenCV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 multi-threaded · C/C++ · Linux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Socket UNIX &amp; INET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Pozele de documente sunt adesea: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Neclare sau cu unghi greșit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 fundal exces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Contrast slab — text greu de citit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Soluția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029200" y="155448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 automat care: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Detectează marginile documentului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Redimensionează și adjustează perspectiva documentului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Aplică filtre contrast &amp; threshold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0" y="1097280"/>
            <a:ext cx="36576" cy="21945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028090">
              <a:alpha val="1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Biblioteca folosită: OpenCV 4.x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Arhitectura Serverului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3200400" y="118872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200400" y="11887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(main + 2 threads)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2743200"/>
            <a:ext cx="320040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274320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Thread UNIX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unixds.cpp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/tmp/admin.sock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486400" y="2743200"/>
            <a:ext cx="320040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0" y="274320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Thread INET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inetds.cpp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127.0.0.1:8080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57200" y="4160520"/>
            <a:ext cx="3200400" cy="457200"/>
          </a:xfrm>
          <a:prstGeom prst="rect">
            <a:avLst/>
          </a:prstGeom>
          <a:solidFill>
            <a:srgbClr val="F96167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41605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Client (unixclient.cpp)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0" y="4160520"/>
            <a:ext cx="3200400" cy="457200"/>
          </a:xfrm>
          <a:prstGeom prst="rect">
            <a:avLst/>
          </a:prstGeom>
          <a:solidFill>
            <a:srgbClr val="64748B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0" y="41605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Clienți INET (inetclient.cpp)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Procesare Imagini (OpenCV)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5720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097280" y="12801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097280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57200" y="20116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Grayscale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48640" y="25146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Conversia BGR → tonuri de gri cu cvtColor()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6"/>
          <p:cNvCxnSpPr/>
          <p:nvPr/>
        </p:nvCxnSpPr>
        <p:spPr>
          <a:xfrm>
            <a:off x="2377440" y="242316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6"/>
          <p:cNvSpPr/>
          <p:nvPr/>
        </p:nvSpPr>
        <p:spPr>
          <a:xfrm>
            <a:off x="260604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246120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606040" y="20116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Detectare contur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2697480" y="25146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findContours() → sortăm descrescător contururile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6"/>
          <p:cNvCxnSpPr/>
          <p:nvPr/>
        </p:nvCxnSpPr>
        <p:spPr>
          <a:xfrm>
            <a:off x="4526280" y="242316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6"/>
          <p:cNvSpPr/>
          <p:nvPr/>
        </p:nvSpPr>
        <p:spPr>
          <a:xfrm>
            <a:off x="475488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394960" y="12801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394960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754880" y="20116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Tansformare de perspectiva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846320" y="25146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order_points()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6675120" y="242316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6"/>
          <p:cNvSpPr/>
          <p:nvPr/>
        </p:nvSpPr>
        <p:spPr>
          <a:xfrm>
            <a:off x="690372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7543800" y="12801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543800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903720" y="20116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Adaptive Threshold</a:t>
            </a:r>
            <a:endParaRPr b="1" sz="13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995160" y="25146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Aplicare Gaussian Blur + adaptiveThreshold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Output: imagine re-encoded JPEG trimisă înapoi clientului prin socket INET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Clientul de Administrare (UNIX)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926080" y="1143000"/>
            <a:ext cx="5760720" cy="5486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017520" y="114300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Afișează fd-urile tuturor clienților conectați curent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1965960"/>
            <a:ext cx="2286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" y="19659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KICK:&lt;fd&gt;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2926080" y="2011680"/>
            <a:ext cx="5760720" cy="5486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017520" y="201168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Închide socket-ul unui client și îl elimină din listă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57200" y="2834640"/>
            <a:ext cx="2286000" cy="6400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2834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SHUTDOWN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2926080" y="2880360"/>
            <a:ext cx="5760720" cy="5486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017520" y="288036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Oprește serverul: setează flag-ul shutdown_in_progress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" y="3703320"/>
            <a:ext cx="2286000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5720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EXIT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926080" y="3749040"/>
            <a:ext cx="5760720" cy="5486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017520" y="374904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Deconectează adminul, permite o nouă conexiune admin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singur admin conectat simultan · Comunicare sincronă TCP · Socket path: /tmp/admin.sock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Clienții Ordinari (INET)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Flux client → server: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14173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48640" y="141732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Conectare TCP la 127.0.0.1:8080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48640" y="20116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Trimitere dimensiune fișier (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int64_t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57200" y="260604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48640" y="26060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Trimitere date imagine (raw bytes)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57200" y="3200400"/>
            <a:ext cx="39319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48640" y="32004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Așteptare dimensiune 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" y="379476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48640" y="379476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Recepție imagine procesată JPEG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Thread management: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29200" y="1417320"/>
            <a:ext cx="3657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120640" y="1417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Detached threads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Fiecare client are thread propriu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029200" y="2148840"/>
            <a:ext cx="3657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Max clienți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120640" y="2468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MAX_CLIENTS = 64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0" y="2880360"/>
            <a:ext cx="3657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120640" y="2880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Lista fd-uri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120640" y="32004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connected_clients[] + num_clients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029200" y="3611880"/>
            <a:ext cx="3657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120640" y="3611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remove_client()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120640" y="3931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Shift array la deconectare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 Proiectului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65760" y="1005840"/>
            <a:ext cx="109728" cy="1051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66928" y="10789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server.cpp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66928" y="14630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Entry point: creează 2 thread-uri UNIX + INET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65760" y="224028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65760" y="2240280"/>
            <a:ext cx="109728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66928" y="23134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unixds.cpp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66928" y="26974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Thread UNIX: accept admin, handle_admin() cu comenzi LIST/KICK/SHUTDOWN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65760" y="3474720"/>
            <a:ext cx="109728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66928" y="35478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inetds.cpp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66928" y="393192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Thread INET: accept clienți, procesare OpenCV în thread detached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754880" y="100584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754880" y="1005840"/>
            <a:ext cx="109728" cy="10515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956048" y="10789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proto.h / 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956048" y="14630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Variabile globale: shutdown_in_progress, connected_clients[], remove_client()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754880" y="224028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754880" y="2240280"/>
            <a:ext cx="109728" cy="1051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956048" y="23134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unixclient.cpp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956048" y="26974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 admin: TUI CLI pentru comenzi administrative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754880" y="347472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754880" y="3474720"/>
            <a:ext cx="109728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956048" y="35478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inetclient.cpp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956048" y="393192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 INET: trimite imagine SEND:&lt;cale&gt;, primește imaginea procesată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Concluzii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1188720"/>
            <a:ext cx="41148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1417320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 multi-threaded cu arhitectură clar separată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Procesare robustă OpenCV fără a afecta procesul principal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57200" y="2606040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Admin complet prin socket UNIX cu comenzi LIST / KICK / SHUTDOWN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3200400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914400" y="31546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Protocol simplu și eficient pentru transfer de imagini binare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Bibliografie: docs.opencv.org/4.x · hyperrealm.com/libconfig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